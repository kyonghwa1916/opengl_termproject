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57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1B7224-5C84-DC1B-1746-D385A94BB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2D262E3-29C0-6E2A-08E7-D50E7A884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9F0809-3254-8530-AC0F-BBB844FA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9CE697-6A26-1B2D-5ABE-2874A710D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41DE73-3B4F-DFA4-6402-19362F80B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498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533F6-A8C1-4E77-4539-9277DBA45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9E8B4-CF8B-BB70-B965-3A412B584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CBD48-10B4-CB06-2189-1CA098AD3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0A457B-536F-6B59-74BE-5DDF66A9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761C27-33F1-BA65-02B4-FA3B1F52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405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E0A28-E64A-008A-2BBD-A3444E5B1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E0BA4F-C10E-7D57-4CB0-156CEB505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C4C81A-19D0-B245-CF5F-F8BBD1302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BEC5B1-E8AA-165A-DEDE-DCE0CC727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110681-966F-E238-22CD-2FBBDF30D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621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F335F-B1A5-2500-CCAC-55BA2BA2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B870B1-481D-69FD-7AB6-D240F17456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A4CDCB-5878-16B3-D966-E8776A97C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F5FAA5-8D8C-1C31-C42B-47E4DFF4E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23F400-810A-538E-29F5-E49974823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4531E9-C1D3-656C-6495-FEF7F08C7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13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1986D2-F487-5A4F-A423-16E2FC500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4775E4-891A-6CBE-7CBC-4F97055A5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283248-A0FB-53B8-5952-B774726F6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BCD0FD-B296-45C9-315E-E44D0A7A6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8F3286-6ABC-B8D7-83F7-326891D61E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D5A4A2E-23CF-F9A0-EFAF-DF418AFF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381D44-BA24-1F05-AA5A-198083427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DF7B9C-C039-6D35-1ECA-96357BF6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411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C75C4D-FC48-C627-ED2E-E16115B2A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F454DD-EAA5-A4E5-EE29-C96D5FD9D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C6DFAB-72E1-4790-6057-6266D468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BF529-069D-8B95-D861-0C0DE32D0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647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2ED58AF-4B1B-3B27-4EBB-E840975A5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CF392EC-A972-E1A8-8F85-3B2ABF642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7AADAC-F467-A70E-D4F7-83BAF9715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59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AFF70-D422-C3CC-AA41-649A83852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4A9CF7-29B5-F2DB-CC60-EE4332A9B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861E99-6C7D-6B33-B110-6D2F169E7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CE81CEC-40A4-F510-CDAB-50378073A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699C96-158A-1216-E696-95DC83F1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15857-9A28-ADCF-C602-682F7F488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956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FB49E-5CE5-89F7-6A38-9F9B1C2F4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2E33F5-91C0-28F0-6499-976E0D0748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7A6CE4-886B-E04E-1603-6C0870855B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E06A04-924A-BE90-E411-55FA3975D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A0861E-CFCC-7F4F-B592-7701C761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C9C1B9-80DB-7EC9-006C-85A01A41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241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2EBD-3F56-187F-2D43-684010F2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398879-3D2A-0192-BED2-BE45BB00E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76656-80D0-5A4A-EEB6-9038FF964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4DBC4E-073F-B6AF-D565-6C5AC372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015B6-B8B6-28DA-3394-6EF74C20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311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6D917B-23F9-72A5-851F-76E62BBA3B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EEF04-2AC2-9EC8-E72E-E9DEE88719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A2CA-C951-012E-E39E-3603A397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A0CE1-4AB3-4CE6-F127-0FC968874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78AFFE-209A-6E42-58E2-F0F45050B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8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9B77085-81C3-60DF-DB0B-4DAC88AAC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D688D2-CC2B-9A3F-DE2A-2A3460F4A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25286B-1FDB-9EF0-0847-A4E239129F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BFCDB4-99C1-4AC7-3530-904518B5D7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2BB5B-25A0-CE6E-8E67-F2158E2694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371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4">
            <a:extLst>
              <a:ext uri="{FF2B5EF4-FFF2-40B4-BE49-F238E27FC236}">
                <a16:creationId xmlns:a16="http://schemas.microsoft.com/office/drawing/2014/main" id="{755B289C-FFBC-4DA1-9048-5AB172C33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6">
            <a:extLst>
              <a:ext uri="{FF2B5EF4-FFF2-40B4-BE49-F238E27FC236}">
                <a16:creationId xmlns:a16="http://schemas.microsoft.com/office/drawing/2014/main" id="{CF7823A9-C4F6-4119-AB3F-79E976C03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914400"/>
            <a:ext cx="12192000" cy="5029200"/>
          </a:xfrm>
          <a:prstGeom prst="rect">
            <a:avLst/>
          </a:prstGeom>
          <a:pattFill prst="lgGrid">
            <a:fgClr>
              <a:srgbClr val="EBEEF2"/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18">
            <a:extLst>
              <a:ext uri="{FF2B5EF4-FFF2-40B4-BE49-F238E27FC236}">
                <a16:creationId xmlns:a16="http://schemas.microsoft.com/office/drawing/2014/main" id="{16FB5ED3-B527-45A8-988C-E896E0DEB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324116"/>
            <a:ext cx="11793184" cy="420976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8B33AD-7A16-4565-00E2-DA93E211A9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3547" y="1767840"/>
            <a:ext cx="9994392" cy="2721864"/>
          </a:xfrm>
        </p:spPr>
        <p:txBody>
          <a:bodyPr>
            <a:normAutofit/>
          </a:bodyPr>
          <a:lstStyle/>
          <a:p>
            <a:pPr algn="l"/>
            <a:r>
              <a:rPr lang="en-US" altLang="ko-KR" sz="8800">
                <a:solidFill>
                  <a:srgbClr val="000000"/>
                </a:solidFill>
              </a:rPr>
              <a:t>Night Street Driving Simulator</a:t>
            </a:r>
            <a:endParaRPr lang="ko-KR" altLang="en-US" sz="8800">
              <a:solidFill>
                <a:srgbClr val="000000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59CE98-90A4-8C36-A444-8AB38B21C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" y="4489704"/>
            <a:ext cx="10009632" cy="768096"/>
          </a:xfrm>
        </p:spPr>
        <p:txBody>
          <a:bodyPr anchor="ctr">
            <a:normAutofit/>
          </a:bodyPr>
          <a:lstStyle/>
          <a:p>
            <a:pPr algn="l"/>
            <a:r>
              <a:rPr lang="en-US" altLang="ko-KR" sz="2000">
                <a:solidFill>
                  <a:srgbClr val="000000"/>
                </a:solidFill>
              </a:rPr>
              <a:t>2024184028 </a:t>
            </a:r>
            <a:r>
              <a:rPr lang="ko-KR" altLang="en-US" sz="2000">
                <a:solidFill>
                  <a:srgbClr val="000000"/>
                </a:solidFill>
              </a:rPr>
              <a:t>정소원</a:t>
            </a:r>
            <a:endParaRPr lang="en-US" altLang="ko-KR" sz="2000">
              <a:solidFill>
                <a:srgbClr val="000000"/>
              </a:solidFill>
            </a:endParaRPr>
          </a:p>
          <a:p>
            <a:pPr algn="l"/>
            <a:r>
              <a:rPr lang="en-US" altLang="ko-KR" sz="2000">
                <a:solidFill>
                  <a:srgbClr val="000000"/>
                </a:solidFill>
              </a:rPr>
              <a:t>2024184030 </a:t>
            </a:r>
            <a:r>
              <a:rPr lang="ko-KR" altLang="en-US" sz="2000">
                <a:solidFill>
                  <a:srgbClr val="000000"/>
                </a:solidFill>
              </a:rPr>
              <a:t>정유진</a:t>
            </a:r>
          </a:p>
        </p:txBody>
      </p:sp>
    </p:spTree>
    <p:extLst>
      <p:ext uri="{BB962C8B-B14F-4D97-AF65-F5344CB8AC3E}">
        <p14:creationId xmlns:p14="http://schemas.microsoft.com/office/powerpoint/2010/main" val="2865841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7">
            <a:extLst>
              <a:ext uri="{FF2B5EF4-FFF2-40B4-BE49-F238E27FC236}">
                <a16:creationId xmlns:a16="http://schemas.microsoft.com/office/drawing/2014/main" id="{370E17C5-10F4-C7D7-E1DF-165E44169F76}"/>
              </a:ext>
            </a:extLst>
          </p:cNvPr>
          <p:cNvSpPr txBox="1">
            <a:spLocks/>
          </p:cNvSpPr>
          <p:nvPr/>
        </p:nvSpPr>
        <p:spPr>
          <a:xfrm>
            <a:off x="1031966" y="102600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동기가 된 게임</a:t>
            </a:r>
          </a:p>
        </p:txBody>
      </p:sp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B8AC35F1-A05F-5598-503C-C347E00A4E21}"/>
              </a:ext>
            </a:extLst>
          </p:cNvPr>
          <p:cNvSpPr txBox="1">
            <a:spLocks/>
          </p:cNvSpPr>
          <p:nvPr/>
        </p:nvSpPr>
        <p:spPr>
          <a:xfrm>
            <a:off x="838200" y="25691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3D </a:t>
            </a:r>
            <a:r>
              <a:rPr lang="ko-KR" altLang="en-US" dirty="0"/>
              <a:t>운전교실 등 다양한 운전 시뮬레이션 게임</a:t>
            </a:r>
          </a:p>
        </p:txBody>
      </p:sp>
      <p:pic>
        <p:nvPicPr>
          <p:cNvPr id="6" name="Picture 6" descr="3D운전교실 - Google Play 앱">
            <a:extLst>
              <a:ext uri="{FF2B5EF4-FFF2-40B4-BE49-F238E27FC236}">
                <a16:creationId xmlns:a16="http://schemas.microsoft.com/office/drawing/2014/main" id="{6C3783C3-B3B8-5B20-F8A7-FAF75B24B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893" y="3024970"/>
            <a:ext cx="6046214" cy="3397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2233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7DCE14-01C3-9273-02CF-5E659971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1478DF-6605-3DD0-44E6-41295D316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프로젝트 특징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F0ADBBFC-44ED-60A7-BCCF-C2481146B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2777608"/>
            <a:ext cx="9941319" cy="3438166"/>
          </a:xfrm>
        </p:spPr>
        <p:txBody>
          <a:bodyPr anchor="ctr">
            <a:noAutofit/>
          </a:bodyPr>
          <a:lstStyle/>
          <a:p>
            <a:r>
              <a:rPr lang="ko-KR" altLang="en-US" sz="2400" dirty="0"/>
              <a:t>야간 주행 시뮬레이터로</a:t>
            </a:r>
            <a:r>
              <a:rPr lang="en-US" altLang="ko-KR" sz="2400" dirty="0"/>
              <a:t>, </a:t>
            </a:r>
            <a:r>
              <a:rPr lang="ko-KR" altLang="en-US" sz="2400" dirty="0"/>
              <a:t>연석과 인도에 닿으면 게임이 종료된다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무사히 완주 시 시간이 기록</a:t>
            </a:r>
            <a:r>
              <a:rPr lang="en-US" altLang="ko-KR" sz="2400" dirty="0"/>
              <a:t>, </a:t>
            </a:r>
            <a:r>
              <a:rPr lang="ko-KR" altLang="en-US" sz="2400" dirty="0"/>
              <a:t>빨리 들어온 순서대로 랭킹에 이름을</a:t>
            </a:r>
            <a:r>
              <a:rPr lang="en-US" altLang="ko-KR" sz="2400" dirty="0"/>
              <a:t> </a:t>
            </a:r>
            <a:r>
              <a:rPr lang="ko-KR" altLang="en-US" sz="2400" dirty="0"/>
              <a:t>올릴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완주 시 이름을 </a:t>
            </a:r>
            <a:r>
              <a:rPr lang="ko-KR" altLang="en-US" sz="2400" dirty="0" err="1"/>
              <a:t>입력받아</a:t>
            </a:r>
            <a:r>
              <a:rPr lang="ko-KR" altLang="en-US" sz="2400" dirty="0"/>
              <a:t> 랭킹에 이름을 올릴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적절한 간격의 조명과 곡선 형태의 </a:t>
            </a:r>
            <a:r>
              <a:rPr lang="ko-KR" altLang="en-US" sz="2400" dirty="0" err="1"/>
              <a:t>맵이</a:t>
            </a:r>
            <a:r>
              <a:rPr lang="ko-KR" altLang="en-US" sz="2400" dirty="0"/>
              <a:t> 게임의 난이도를 올려 흥미를 더해준다</a:t>
            </a:r>
            <a:r>
              <a:rPr lang="en-US" altLang="ko-KR" sz="2400" dirty="0"/>
              <a:t>.</a:t>
            </a:r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F7A50-4BFD-1163-1F72-F7C6F5954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74E19F2-11ED-C451-C011-CD8B49FD1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플레이 방식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CEC60C39-B4D2-1F91-5714-7E12FB40D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2787602"/>
            <a:ext cx="9941319" cy="3124658"/>
          </a:xfrm>
        </p:spPr>
        <p:txBody>
          <a:bodyPr anchor="ctr">
            <a:noAutofit/>
          </a:bodyPr>
          <a:lstStyle/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1 </a:t>
            </a:r>
            <a:r>
              <a:rPr lang="ko-KR" altLang="en-US" sz="2400" dirty="0"/>
              <a:t>혹은 </a:t>
            </a:r>
            <a:r>
              <a:rPr lang="en-US" altLang="ko-KR" sz="2400" dirty="0"/>
              <a:t>2</a:t>
            </a:r>
            <a:r>
              <a:rPr lang="ko-KR" altLang="en-US" sz="2400" dirty="0"/>
              <a:t>를 눌러 </a:t>
            </a:r>
            <a:r>
              <a:rPr lang="ko-KR" altLang="en-US" sz="2400" dirty="0" err="1"/>
              <a:t>맵을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r>
              <a:rPr lang="ko-KR" altLang="en-US" sz="2400" dirty="0"/>
              <a:t>화살표 키를 통해 회전 및 이동</a:t>
            </a:r>
            <a:endParaRPr lang="en-US" altLang="ko-KR" sz="2400" dirty="0"/>
          </a:p>
          <a:p>
            <a:r>
              <a:rPr lang="ko-KR" altLang="en-US" sz="2400" dirty="0"/>
              <a:t>인도에 닿으면 게임종료</a:t>
            </a:r>
            <a:endParaRPr lang="en-US" altLang="ko-KR" sz="2400" dirty="0"/>
          </a:p>
          <a:p>
            <a:r>
              <a:rPr lang="en-US" altLang="ko-KR" sz="2400" dirty="0"/>
              <a:t>‘R’</a:t>
            </a:r>
            <a:r>
              <a:rPr lang="ko-KR" altLang="en-US" sz="2400" dirty="0"/>
              <a:t>키를 통해 재시작</a:t>
            </a:r>
            <a:endParaRPr lang="en-US" altLang="ko-KR" sz="2400" dirty="0"/>
          </a:p>
          <a:p>
            <a:r>
              <a:rPr lang="ko-KR" altLang="en-US" sz="2400" dirty="0"/>
              <a:t>완주 시 이름을 입력</a:t>
            </a:r>
            <a:endParaRPr lang="en-US" altLang="ko-KR" sz="2400" dirty="0"/>
          </a:p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‘R’</a:t>
            </a:r>
            <a:r>
              <a:rPr lang="ko-KR" altLang="en-US" sz="2400" dirty="0"/>
              <a:t>키를 눌러 랭킹 확인</a:t>
            </a:r>
            <a:endParaRPr lang="en-US" altLang="ko-KR" sz="2400" dirty="0"/>
          </a:p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‘Q’</a:t>
            </a:r>
            <a:r>
              <a:rPr lang="ko-KR" altLang="en-US" sz="2400" dirty="0"/>
              <a:t>를 눌러 게임 종료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367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309FCC-9008-E1C7-2121-4D948BB4D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B38F605-C6C2-CADB-9355-6D8795598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작동 키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66486E65-6BE5-51DE-F33B-71C739323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ko-KR" altLang="en-US" sz="2400" dirty="0"/>
              <a:t>상 하 화살표키 </a:t>
            </a:r>
            <a:r>
              <a:rPr lang="en-US" altLang="ko-KR" sz="2400" dirty="0"/>
              <a:t>: ↑ ↓</a:t>
            </a:r>
          </a:p>
          <a:p>
            <a:r>
              <a:rPr lang="ko-KR" altLang="en-US" sz="2400" dirty="0"/>
              <a:t>자동차를 앞 뒤로 움직일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좌 우 화살표키 </a:t>
            </a:r>
            <a:r>
              <a:rPr lang="en-US" altLang="ko-KR" sz="2400" dirty="0"/>
              <a:t>: ← →</a:t>
            </a:r>
          </a:p>
          <a:p>
            <a:r>
              <a:rPr lang="ko-KR" altLang="en-US" sz="2400" dirty="0"/>
              <a:t>자동차를 좌</a:t>
            </a:r>
            <a:r>
              <a:rPr lang="en-US" altLang="ko-KR" sz="2400" dirty="0"/>
              <a:t>, </a:t>
            </a:r>
            <a:r>
              <a:rPr lang="ko-KR" altLang="en-US" sz="2400" dirty="0"/>
              <a:t>우로 회전시킬 수 있다</a:t>
            </a:r>
            <a:r>
              <a:rPr lang="en-US" altLang="ko-KR" sz="2400" dirty="0"/>
              <a:t>.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072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7">
            <a:extLst>
              <a:ext uri="{FF2B5EF4-FFF2-40B4-BE49-F238E27FC236}">
                <a16:creationId xmlns:a16="http://schemas.microsoft.com/office/drawing/2014/main" id="{63E99E82-FB76-1702-7F45-01347E654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503" y="932742"/>
            <a:ext cx="10515600" cy="1325563"/>
          </a:xfrm>
        </p:spPr>
        <p:txBody>
          <a:bodyPr/>
          <a:lstStyle/>
          <a:p>
            <a:r>
              <a:rPr lang="ko-KR" altLang="en-US" b="1" dirty="0"/>
              <a:t>맵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3E5BC1-501D-4FA2-DE07-CA78430B4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540" y="2550978"/>
            <a:ext cx="4504488" cy="35490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B97AF88-1951-F54E-FC13-DCBFF584A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43" y="2530658"/>
            <a:ext cx="4569398" cy="36138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0E2AAA-A1F3-F015-BFBB-17277D03C987}"/>
              </a:ext>
            </a:extLst>
          </p:cNvPr>
          <p:cNvSpPr txBox="1"/>
          <p:nvPr/>
        </p:nvSpPr>
        <p:spPr>
          <a:xfrm>
            <a:off x="1704049" y="6121905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Map 1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4231F7-8283-2136-A96B-361D00ECC2F6}"/>
              </a:ext>
            </a:extLst>
          </p:cNvPr>
          <p:cNvSpPr txBox="1"/>
          <p:nvPr/>
        </p:nvSpPr>
        <p:spPr>
          <a:xfrm>
            <a:off x="7308213" y="6091425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Map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807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146</Words>
  <Application>Microsoft Office PowerPoint</Application>
  <PresentationFormat>와이드스크린</PresentationFormat>
  <Paragraphs>26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Night Street Driving Simulator</vt:lpstr>
      <vt:lpstr>PowerPoint 프레젠테이션</vt:lpstr>
      <vt:lpstr>프로젝트 특징</vt:lpstr>
      <vt:lpstr>플레이 방식</vt:lpstr>
      <vt:lpstr>작동 키</vt:lpstr>
      <vt:lpstr>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유진 정</dc:creator>
  <cp:lastModifiedBy>정소원(2024184028)</cp:lastModifiedBy>
  <cp:revision>3</cp:revision>
  <dcterms:created xsi:type="dcterms:W3CDTF">2025-12-08T09:51:08Z</dcterms:created>
  <dcterms:modified xsi:type="dcterms:W3CDTF">2025-12-08T11:16:30Z</dcterms:modified>
</cp:coreProperties>
</file>