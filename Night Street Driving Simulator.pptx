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  <p:sldId id="257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6" d="100"/>
          <a:sy n="76" d="100"/>
        </p:scale>
        <p:origin x="6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B7224-5C84-DC1B-1746-D385A94BB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D262E3-29C0-6E2A-08E7-D50E7A884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F0809-3254-8530-AC0F-BBB844FA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9CE697-6A26-1B2D-5ABE-2874A710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1DE73-3B4F-DFA4-6402-19362F80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49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533F6-A8C1-4E77-4539-9277DBA4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9E8B4-CF8B-BB70-B965-3A412B584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CBD48-10B4-CB06-2189-1CA098AD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A457B-536F-6B59-74BE-5DDF66A9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61C27-33F1-BA65-02B4-FA3B1F52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40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E0A28-E64A-008A-2BBD-A3444E5B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E0BA4F-C10E-7D57-4CB0-156CEB505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C4C81A-19D0-B245-CF5F-F8BBD130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BEC5B1-E8AA-165A-DEDE-DCE0CC72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10681-966F-E238-22CD-2FBBDF30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2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F335F-B1A5-2500-CCAC-55BA2BA2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870B1-481D-69FD-7AB6-D240F1745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A4CDCB-5878-16B3-D966-E8776A97C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F5FAA5-8D8C-1C31-C42B-47E4DFF4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23F400-810A-538E-29F5-E4997482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4531E9-C1D3-656C-6495-FEF7F08C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13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986D2-F487-5A4F-A423-16E2FC50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4775E4-891A-6CBE-7CBC-4F97055A5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283248-A0FB-53B8-5952-B774726F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BCD0FD-B296-45C9-315E-E44D0A7A6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8F3286-6ABC-B8D7-83F7-326891D61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D5A4A2E-23CF-F9A0-EFAF-DF418AFF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381D44-BA24-1F05-AA5A-19808342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DF7B9C-C039-6D35-1ECA-96357BF6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41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75C4D-FC48-C627-ED2E-E16115B2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F454DD-EAA5-A4E5-EE29-C96D5FD9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C6DFAB-72E1-4790-6057-6266D468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3BF529-069D-8B95-D861-0C0DE32D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64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D58AF-4B1B-3B27-4EBB-E840975A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F392EC-A972-E1A8-8F85-3B2ABF64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AADAC-F467-A70E-D4F7-83BAF971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59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AFF70-D422-C3CC-AA41-649A8385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A9CF7-29B5-F2DB-CC60-EE4332A9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861E99-6C7D-6B33-B110-6D2F169E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E81CEC-40A4-F510-CDAB-50378073A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99C96-158A-1216-E696-95DC83F1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C15857-9A28-ADCF-C602-682F7F48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95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FB49E-5CE5-89F7-6A38-9F9B1C2F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2E33F5-91C0-28F0-6499-976E0D074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7A6CE4-886B-E04E-1603-6C0870855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06A04-924A-BE90-E411-55FA3975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A0861E-CFCC-7F4F-B592-7701C761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C9C1B9-80DB-7EC9-006C-85A01A41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41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2EBD-3F56-187F-2D43-684010F2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398879-3D2A-0192-BED2-BE45BB00E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76656-80D0-5A4A-EEB6-9038FF96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DBC4E-073F-B6AF-D565-6C5AC372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B015B6-B8B6-28DA-3394-6EF74C20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31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6D917B-23F9-72A5-851F-76E62BBA3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EEF04-2AC2-9EC8-E72E-E9DEE8871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1A2CA-C951-012E-E39E-3603A397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A0CE1-4AB3-4CE6-F127-0FC96887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78AFFE-209A-6E42-58E2-F0F45050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9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B77085-81C3-60DF-DB0B-4DAC88AA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D688D2-CC2B-9A3F-DE2A-2A3460F4A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5286B-1FDB-9EF0-0847-A4E239129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887CD-E0C6-4FD2-8868-87EC61D42D3D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FCDB4-99C1-4AC7-3530-904518B5D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2BB5B-25A0-CE6E-8E67-F2158E269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A4D98-7B22-4A07-9A92-FA199474B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37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B33AD-7A16-4565-00E2-DA93E211A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Night Street Driving Simulator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59CE98-90A4-8C36-A444-8AB38B21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2024184028 </a:t>
            </a:r>
            <a:r>
              <a:rPr lang="ko-KR" altLang="en-US" dirty="0" err="1"/>
              <a:t>정소원</a:t>
            </a:r>
            <a:endParaRPr lang="en-US" altLang="ko-KR" dirty="0"/>
          </a:p>
          <a:p>
            <a:r>
              <a:rPr lang="en-US" altLang="ko-KR" dirty="0"/>
              <a:t>2024184030 </a:t>
            </a:r>
            <a:r>
              <a:rPr lang="ko-KR" altLang="en-US" dirty="0"/>
              <a:t>정유진</a:t>
            </a:r>
          </a:p>
        </p:txBody>
      </p:sp>
    </p:spTree>
    <p:extLst>
      <p:ext uri="{BB962C8B-B14F-4D97-AF65-F5344CB8AC3E}">
        <p14:creationId xmlns:p14="http://schemas.microsoft.com/office/powerpoint/2010/main" val="286584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CE14-01C3-9273-02CF-5E659971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F1478DF-6605-3DD0-44E6-41295D31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특징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0ADBBFC-44ED-60A7-BCCF-C2481146B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야간 주행 시뮬레이터로</a:t>
            </a:r>
            <a:r>
              <a:rPr lang="en-US" altLang="ko-KR" dirty="0"/>
              <a:t>, </a:t>
            </a:r>
            <a:r>
              <a:rPr lang="ko-KR" altLang="en-US" dirty="0"/>
              <a:t>연석과 인도에 닿으면 게임이 종료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무사히 완주 시 시간이 기록</a:t>
            </a:r>
            <a:r>
              <a:rPr lang="en-US" altLang="ko-KR" dirty="0"/>
              <a:t>, </a:t>
            </a:r>
            <a:r>
              <a:rPr lang="ko-KR" altLang="en-US" dirty="0"/>
              <a:t>빨리 들어온 순서대로 랭킹에 이름을 올릴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완주 시 이름을 </a:t>
            </a:r>
            <a:r>
              <a:rPr lang="ko-KR" altLang="en-US" dirty="0" err="1"/>
              <a:t>입력받아</a:t>
            </a:r>
            <a:r>
              <a:rPr lang="ko-KR" altLang="en-US" dirty="0"/>
              <a:t> 랭킹에 이름을 올릴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적절한 간격의 조명과 곡선 형태의 </a:t>
            </a:r>
            <a:r>
              <a:rPr lang="ko-KR" altLang="en-US" dirty="0" err="1"/>
              <a:t>맵이</a:t>
            </a:r>
            <a:r>
              <a:rPr lang="ko-KR" altLang="en-US" dirty="0"/>
              <a:t> 게임의 난이도를 올려 흥미를 더해준다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73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01BA-2FB2-45DD-1516-1601813B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1EC86E0-4D0C-4FDF-26E5-63659907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근거가 된 게임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9AB9863-7D8E-4A69-54B1-47F22FC1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</a:t>
            </a:r>
            <a:r>
              <a:rPr lang="ko-KR" altLang="en-US" dirty="0"/>
              <a:t>운전교실 등 다양한 운전 시뮬레이션 게임</a:t>
            </a:r>
          </a:p>
        </p:txBody>
      </p:sp>
      <p:pic>
        <p:nvPicPr>
          <p:cNvPr id="1030" name="Picture 6" descr="3D운전교실 - Google Play 앱">
            <a:extLst>
              <a:ext uri="{FF2B5EF4-FFF2-40B4-BE49-F238E27FC236}">
                <a16:creationId xmlns:a16="http://schemas.microsoft.com/office/drawing/2014/main" id="{7823586D-C398-CA54-1BDC-22A3B3759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64" y="2628899"/>
            <a:ext cx="6195271" cy="3480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12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F7A50-4BFD-1163-1F72-F7C6F595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74E19F2-11ED-C451-C011-CD8B49FD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 방식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EC60C39-B4D2-1F91-5714-7E12FB40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시작화면에서 </a:t>
            </a:r>
            <a:r>
              <a:rPr lang="en-US" altLang="ko-KR" dirty="0"/>
              <a:t>1 </a:t>
            </a:r>
            <a:r>
              <a:rPr lang="ko-KR" altLang="en-US" dirty="0"/>
              <a:t>혹은 </a:t>
            </a:r>
            <a:r>
              <a:rPr lang="en-US" altLang="ko-KR" dirty="0"/>
              <a:t>2</a:t>
            </a:r>
            <a:r>
              <a:rPr lang="ko-KR" altLang="en-US" dirty="0"/>
              <a:t>를 눌러 </a:t>
            </a:r>
            <a:r>
              <a:rPr lang="ko-KR" altLang="en-US" dirty="0" err="1"/>
              <a:t>맵을</a:t>
            </a:r>
            <a:r>
              <a:rPr lang="ko-KR" altLang="en-US" dirty="0"/>
              <a:t> 선택</a:t>
            </a:r>
            <a:endParaRPr lang="en-US" altLang="ko-KR" dirty="0"/>
          </a:p>
          <a:p>
            <a:r>
              <a:rPr lang="ko-KR" altLang="en-US" dirty="0"/>
              <a:t>화살표 키를 통해 회전 및 이동</a:t>
            </a:r>
            <a:endParaRPr lang="en-US" altLang="ko-KR" dirty="0"/>
          </a:p>
          <a:p>
            <a:pPr lvl="1"/>
            <a:r>
              <a:rPr lang="ko-KR" altLang="en-US" dirty="0"/>
              <a:t>인도에 닿으면 게임종료</a:t>
            </a:r>
            <a:endParaRPr lang="en-US" altLang="ko-KR" dirty="0"/>
          </a:p>
          <a:p>
            <a:pPr lvl="1"/>
            <a:r>
              <a:rPr lang="en-US" altLang="ko-KR" dirty="0"/>
              <a:t>‘R’</a:t>
            </a:r>
            <a:r>
              <a:rPr lang="ko-KR" altLang="en-US" dirty="0"/>
              <a:t>키를 통해 재시작</a:t>
            </a:r>
            <a:endParaRPr lang="en-US" altLang="ko-KR" dirty="0"/>
          </a:p>
          <a:p>
            <a:r>
              <a:rPr lang="ko-KR" altLang="en-US" dirty="0"/>
              <a:t>완주 시 이름을 입력</a:t>
            </a:r>
            <a:endParaRPr lang="en-US" altLang="ko-KR" dirty="0"/>
          </a:p>
          <a:p>
            <a:r>
              <a:rPr lang="ko-KR" altLang="en-US" dirty="0"/>
              <a:t>시작화면에서 </a:t>
            </a:r>
            <a:r>
              <a:rPr lang="en-US" altLang="ko-KR" dirty="0"/>
              <a:t>‘R’</a:t>
            </a:r>
            <a:r>
              <a:rPr lang="ko-KR" altLang="en-US" dirty="0"/>
              <a:t>키를 눌러 랭킹 확인</a:t>
            </a:r>
            <a:endParaRPr lang="en-US" altLang="ko-KR" dirty="0"/>
          </a:p>
          <a:p>
            <a:r>
              <a:rPr lang="ko-KR" altLang="en-US" dirty="0"/>
              <a:t>시작화면에서 </a:t>
            </a:r>
            <a:r>
              <a:rPr lang="en-US" altLang="ko-KR" dirty="0"/>
              <a:t>‘Q’</a:t>
            </a:r>
            <a:r>
              <a:rPr lang="ko-KR" altLang="en-US" dirty="0"/>
              <a:t>를 눌러 게임 종료</a:t>
            </a:r>
          </a:p>
        </p:txBody>
      </p:sp>
    </p:spTree>
    <p:extLst>
      <p:ext uri="{BB962C8B-B14F-4D97-AF65-F5344CB8AC3E}">
        <p14:creationId xmlns:p14="http://schemas.microsoft.com/office/powerpoint/2010/main" val="8553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9FCC-9008-E1C7-2121-4D948BB4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B38F605-C6C2-CADB-9355-6D879559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작동 키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66486E65-6BE5-51DE-F33B-71C739323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 하 화살표키 </a:t>
            </a:r>
            <a:r>
              <a:rPr lang="en-US" altLang="ko-KR" dirty="0"/>
              <a:t>: ↑ ↓</a:t>
            </a:r>
          </a:p>
          <a:p>
            <a:pPr lvl="1"/>
            <a:r>
              <a:rPr lang="ko-KR" altLang="en-US" dirty="0"/>
              <a:t>자동차를 앞 뒤로 움직일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좌 우 화살표키 </a:t>
            </a:r>
            <a:r>
              <a:rPr lang="en-US" altLang="ko-KR" dirty="0"/>
              <a:t>: ← →</a:t>
            </a:r>
          </a:p>
          <a:p>
            <a:pPr lvl="1"/>
            <a:r>
              <a:rPr lang="ko-KR" altLang="en-US" dirty="0"/>
              <a:t>자동차를 좌</a:t>
            </a:r>
            <a:r>
              <a:rPr lang="en-US" altLang="ko-KR" dirty="0"/>
              <a:t>, </a:t>
            </a:r>
            <a:r>
              <a:rPr lang="ko-KR" altLang="en-US" dirty="0"/>
              <a:t>우로 회전시킬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8607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5DAE-6435-CE5B-5686-1495857E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42943D8-23EB-CD7F-AAAD-EB8930D1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D65C71-2502-D768-1AAD-5C1BFAADD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237" y="1983361"/>
            <a:ext cx="4504488" cy="3549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28B665-92B7-FD5D-E634-D086DFC91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40" y="1983361"/>
            <a:ext cx="4569398" cy="3613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69014E-429A-7637-E4C2-F090AD33F699}"/>
              </a:ext>
            </a:extLst>
          </p:cNvPr>
          <p:cNvSpPr txBox="1"/>
          <p:nvPr/>
        </p:nvSpPr>
        <p:spPr>
          <a:xfrm>
            <a:off x="1738746" y="5798128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Map 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8096F-B376-980B-1737-99BBF736F579}"/>
              </a:ext>
            </a:extLst>
          </p:cNvPr>
          <p:cNvSpPr txBox="1"/>
          <p:nvPr/>
        </p:nvSpPr>
        <p:spPr>
          <a:xfrm>
            <a:off x="7342910" y="5798128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Map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66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146</Words>
  <Application>Microsoft Office PowerPoint</Application>
  <PresentationFormat>와이드스크린</PresentationFormat>
  <Paragraphs>28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Night Street Driving Simulator</vt:lpstr>
      <vt:lpstr>프로젝트 특징</vt:lpstr>
      <vt:lpstr>근거가 된 게임</vt:lpstr>
      <vt:lpstr>플레이 방식</vt:lpstr>
      <vt:lpstr>작동 키</vt:lpstr>
      <vt:lpstr>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유진 정</dc:creator>
  <cp:lastModifiedBy>유진 정</cp:lastModifiedBy>
  <cp:revision>1</cp:revision>
  <dcterms:created xsi:type="dcterms:W3CDTF">2025-12-08T09:51:08Z</dcterms:created>
  <dcterms:modified xsi:type="dcterms:W3CDTF">2025-12-08T10:08:57Z</dcterms:modified>
</cp:coreProperties>
</file>